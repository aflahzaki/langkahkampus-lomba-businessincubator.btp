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42F01-214A-0214-7C68-A241A4C48BAC}" v="70" dt="2025-07-18T12:59:50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Judul</a:t>
            </a:r>
            <a:r>
              <a:rPr lang="en-US" dirty="0"/>
              <a:t> Ide </a:t>
            </a:r>
            <a:r>
              <a:rPr lang="en-US" dirty="0" err="1"/>
              <a:t>Bisnis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Nama Tim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80F9F52-78BB-287B-1A74-D8ACD66BF776}"/>
              </a:ext>
            </a:extLst>
          </p:cNvPr>
          <p:cNvSpPr txBox="1">
            <a:spLocks/>
          </p:cNvSpPr>
          <p:nvPr/>
        </p:nvSpPr>
        <p:spPr>
          <a:xfrm>
            <a:off x="132080" y="6304598"/>
            <a:ext cx="4998720" cy="548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Catatan</a:t>
            </a:r>
            <a:r>
              <a:rPr lang="en-US" dirty="0"/>
              <a:t>: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menyertakan</a:t>
            </a:r>
            <a:r>
              <a:rPr lang="en-US" dirty="0"/>
              <a:t> logo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68F6-B2EE-7040-445A-B0793460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9E0C-0BC6-29BB-A38F-A6536B506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diangkat</a:t>
            </a:r>
          </a:p>
        </p:txBody>
      </p:sp>
    </p:spTree>
    <p:extLst>
      <p:ext uri="{BB962C8B-B14F-4D97-AF65-F5344CB8AC3E}">
        <p14:creationId xmlns:p14="http://schemas.microsoft.com/office/powerpoint/2010/main" val="413558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5F51-BE38-A500-7707-AA430020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F6D6-D0FF-45E3-D520-92163F0E8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Solusi yang </a:t>
            </a:r>
            <a:r>
              <a:rPr lang="en-US" dirty="0" err="1"/>
              <a:t>diberikan</a:t>
            </a:r>
          </a:p>
        </p:txBody>
      </p:sp>
    </p:spTree>
    <p:extLst>
      <p:ext uri="{BB962C8B-B14F-4D97-AF65-F5344CB8AC3E}">
        <p14:creationId xmlns:p14="http://schemas.microsoft.com/office/powerpoint/2010/main" val="41007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83F9-7B0C-26ED-EDD5-21CC97CC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38CB-1654-CACC-CCF4-E8C6AF37B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Target Market</a:t>
            </a:r>
            <a:br>
              <a:rPr lang="en-US" dirty="0"/>
            </a:br>
            <a:r>
              <a:rPr lang="en-US" dirty="0"/>
              <a:t>(TAM, SAM, SOM)</a:t>
            </a:r>
          </a:p>
        </p:txBody>
      </p:sp>
    </p:spTree>
    <p:extLst>
      <p:ext uri="{BB962C8B-B14F-4D97-AF65-F5344CB8AC3E}">
        <p14:creationId xmlns:p14="http://schemas.microsoft.com/office/powerpoint/2010/main" val="303754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240B3-8CD9-987C-2452-A587F034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F3A7-6C81-9F70-0672-1F0471A00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</p:spTree>
    <p:extLst>
      <p:ext uri="{BB962C8B-B14F-4D97-AF65-F5344CB8AC3E}">
        <p14:creationId xmlns:p14="http://schemas.microsoft.com/office/powerpoint/2010/main" val="416790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611B-83B7-CB82-0D0D-87D58A9D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9B1A-A51E-9E3E-00B1-EF91A57ED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Kompetitor</a:t>
            </a:r>
            <a:r>
              <a:rPr lang="en-US" dirty="0">
                <a:ea typeface="+mj-lt"/>
                <a:cs typeface="+mj-lt"/>
              </a:rPr>
              <a:t> dan Positioning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4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4FBE-B85E-C184-4416-2FA26193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D39C-1953-B0AC-7EDF-3AD2ED080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Teknologi</a:t>
            </a:r>
            <a:r>
              <a:rPr lang="en-US" dirty="0"/>
              <a:t> yang </a:t>
            </a:r>
            <a:r>
              <a:rPr lang="en-US" dirty="0" err="1"/>
              <a:t>digunakan</a:t>
            </a:r>
          </a:p>
        </p:txBody>
      </p:sp>
    </p:spTree>
    <p:extLst>
      <p:ext uri="{BB962C8B-B14F-4D97-AF65-F5344CB8AC3E}">
        <p14:creationId xmlns:p14="http://schemas.microsoft.com/office/powerpoint/2010/main" val="3868280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C272-552F-8ACC-F914-EB7415D7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028C-C341-D05B-D887-0BE3BCF1C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Analisis </a:t>
            </a:r>
            <a:r>
              <a:rPr lang="en-US" dirty="0" err="1"/>
              <a:t>Keunggulan</a:t>
            </a:r>
            <a:r>
              <a:rPr lang="en-US" dirty="0"/>
              <a:t> </a:t>
            </a:r>
            <a:r>
              <a:rPr lang="en-US" dirty="0" err="1"/>
              <a:t>dibanding</a:t>
            </a:r>
            <a:r>
              <a:rPr lang="en-US" dirty="0"/>
              <a:t> Solusi </a:t>
            </a:r>
            <a:r>
              <a:rPr lang="en-US" dirty="0" err="1"/>
              <a:t>Eksisting</a:t>
            </a:r>
          </a:p>
        </p:txBody>
      </p:sp>
    </p:spTree>
    <p:extLst>
      <p:ext uri="{BB962C8B-B14F-4D97-AF65-F5344CB8AC3E}">
        <p14:creationId xmlns:p14="http://schemas.microsoft.com/office/powerpoint/2010/main" val="277838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9810-B914-CE50-47DA-8402DBE2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1B4A-9141-F688-62B2-2D0C1BF5D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Penutup</a:t>
            </a:r>
            <a:r>
              <a:rPr lang="en-US" dirty="0">
                <a:ea typeface="+mj-lt"/>
                <a:cs typeface="+mj-lt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7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Judul Ide Bisnis</vt:lpstr>
      <vt:lpstr>Masalah yang diangkat</vt:lpstr>
      <vt:lpstr>Solusi yang diberikan</vt:lpstr>
      <vt:lpstr>Target Market (TAM, SAM, SOM)</vt:lpstr>
      <vt:lpstr>Business Model</vt:lpstr>
      <vt:lpstr>Kompetitor dan Positioning</vt:lpstr>
      <vt:lpstr>Teknologi yang digunakan</vt:lpstr>
      <vt:lpstr>Analisis Keunggulan dibanding Solusi Eksisting</vt:lpstr>
      <vt:lpstr>Penutup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created xsi:type="dcterms:W3CDTF">2025-07-11T11:33:22Z</dcterms:created>
  <dcterms:modified xsi:type="dcterms:W3CDTF">2026-06-10T13:26:53Z</dcterms:modified>
</cp:coreProperties>
</file>